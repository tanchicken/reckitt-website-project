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1869D-0A36-49F4-B0C6-2D2DB8F90F5F}" v="3" dt="2026-07-21T09:22:34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, Monica" userId="72f02fa5-5331-4492-b621-8d43b8a2c5ae" providerId="ADAL" clId="{9B045A49-DE10-46AA-ACCB-43D1C823465D}"/>
    <pc:docChg chg="addSld delSld modSld sldOrd">
      <pc:chgData name="Tan, Monica" userId="72f02fa5-5331-4492-b621-8d43b8a2c5ae" providerId="ADAL" clId="{9B045A49-DE10-46AA-ACCB-43D1C823465D}" dt="2026-07-21T09:23:06.197" v="156" actId="1076"/>
      <pc:docMkLst>
        <pc:docMk/>
      </pc:docMkLst>
      <pc:sldChg chg="addSp modSp mod">
        <pc:chgData name="Tan, Monica" userId="72f02fa5-5331-4492-b621-8d43b8a2c5ae" providerId="ADAL" clId="{9B045A49-DE10-46AA-ACCB-43D1C823465D}" dt="2026-07-21T09:23:06.197" v="156" actId="1076"/>
        <pc:sldMkLst>
          <pc:docMk/>
          <pc:sldMk cId="3598064966" sldId="256"/>
        </pc:sldMkLst>
        <pc:spChg chg="add mod">
          <ac:chgData name="Tan, Monica" userId="72f02fa5-5331-4492-b621-8d43b8a2c5ae" providerId="ADAL" clId="{9B045A49-DE10-46AA-ACCB-43D1C823465D}" dt="2026-07-21T09:23:06.197" v="156" actId="1076"/>
          <ac:spMkLst>
            <pc:docMk/>
            <pc:sldMk cId="3598064966" sldId="256"/>
            <ac:spMk id="4" creationId="{80F551A3-E83D-CEED-064B-D5DA639E369B}"/>
          </ac:spMkLst>
        </pc:spChg>
      </pc:sldChg>
      <pc:sldChg chg="del">
        <pc:chgData name="Tan, Monica" userId="72f02fa5-5331-4492-b621-8d43b8a2c5ae" providerId="ADAL" clId="{9B045A49-DE10-46AA-ACCB-43D1C823465D}" dt="2026-07-21T09:17:31.377" v="3" actId="47"/>
        <pc:sldMkLst>
          <pc:docMk/>
          <pc:sldMk cId="248559952" sldId="258"/>
        </pc:sldMkLst>
      </pc:sldChg>
      <pc:sldChg chg="modSp add mod ord">
        <pc:chgData name="Tan, Monica" userId="72f02fa5-5331-4492-b621-8d43b8a2c5ae" providerId="ADAL" clId="{9B045A49-DE10-46AA-ACCB-43D1C823465D}" dt="2026-07-21T09:22:25.196" v="69" actId="255"/>
        <pc:sldMkLst>
          <pc:docMk/>
          <pc:sldMk cId="2756849625" sldId="266"/>
        </pc:sldMkLst>
        <pc:spChg chg="mod">
          <ac:chgData name="Tan, Monica" userId="72f02fa5-5331-4492-b621-8d43b8a2c5ae" providerId="ADAL" clId="{9B045A49-DE10-46AA-ACCB-43D1C823465D}" dt="2026-07-21T09:17:47.427" v="45" actId="20577"/>
          <ac:spMkLst>
            <pc:docMk/>
            <pc:sldMk cId="2756849625" sldId="266"/>
            <ac:spMk id="8" creationId="{E9D7FD1A-BBA3-9A33-27AA-6CF0EBD8F2D6}"/>
          </ac:spMkLst>
        </pc:spChg>
        <pc:spChg chg="mod">
          <ac:chgData name="Tan, Monica" userId="72f02fa5-5331-4492-b621-8d43b8a2c5ae" providerId="ADAL" clId="{9B045A49-DE10-46AA-ACCB-43D1C823465D}" dt="2026-07-21T09:17:39.546" v="27" actId="20577"/>
          <ac:spMkLst>
            <pc:docMk/>
            <pc:sldMk cId="2756849625" sldId="266"/>
            <ac:spMk id="9" creationId="{1F58A4C9-EC41-1E7E-4CA2-D74A34F3E60A}"/>
          </ac:spMkLst>
        </pc:spChg>
        <pc:spChg chg="mod">
          <ac:chgData name="Tan, Monica" userId="72f02fa5-5331-4492-b621-8d43b8a2c5ae" providerId="ADAL" clId="{9B045A49-DE10-46AA-ACCB-43D1C823465D}" dt="2026-07-21T09:22:25.196" v="69" actId="255"/>
          <ac:spMkLst>
            <pc:docMk/>
            <pc:sldMk cId="2756849625" sldId="266"/>
            <ac:spMk id="14" creationId="{2489E44F-B2EA-16A5-CE6D-11F6227E5A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9A71-2452-7352-2243-5CAF1804A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318B1-3711-02F8-497C-3E2AA7FA4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62A65-B9ED-7773-E1FA-42AB6384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93D84-70FD-9295-6568-7F5446BF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77F76-8BD5-401C-4501-FFF4CCE2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16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FFCD-8621-2A66-9943-AD397EC8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6C4D-AA62-EDDB-CEE4-E83E748EE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6A8D3-8821-AA45-9906-19A8C8BC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EC6DB-5EEA-EDFE-5343-E01C8F62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5AF67-3D4A-CAC5-E13C-C5723C05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798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9482-CC47-F234-F8FA-AC873E8D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15146-926E-3A52-AF21-C1F91640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F028-3A75-8413-9C07-A3733AC9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F0DB-186E-85F2-2CF6-D5B3B39E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37EB-9160-B63F-C725-72A3C09A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687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A38F-AF0B-CECA-89F3-A70B2C7D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E332-E3D2-CFC9-71B7-A33AFF135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92E84-A8C8-0E78-ED53-9E2F2A48D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BA428-0077-8081-5EEF-82D2DF52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343A9-B45B-6325-A186-2F138644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85664-2777-92E5-1D04-3D73FB55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2830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950C-F7E9-6281-7092-7FE532A9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0B7BC-398C-A800-69FD-D5DD65BF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8D15B-9817-6238-03A9-C5ADE162C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0952E-36F5-83FE-485D-24158A45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F8502-3C0A-637A-20DC-56409815B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8D982-B54B-382E-6FD0-C06C1282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F162B-3BE3-738F-6BBE-55BB7C00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6D61C-448D-C311-43AB-B85A4BC1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283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6942-DDAB-8059-9740-535B92DE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5397A-981A-9F86-EF82-11169647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177A0-EAF9-2E0E-D344-B02AAE3F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4F9F7-8BEE-D231-4F23-9E1C02C2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592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690CE-D3AB-D163-1EF7-8E8846CE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0EC57-1238-83A9-6ED4-3DD04269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1FAB1-D0A7-AFCB-C29A-A1B354B1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18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1AD8-C010-ADD7-C627-8C0932F6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DEAC5-A93C-ECFF-E38E-F3799EEE0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29B29-D1C8-ACF9-2257-C7C1FE435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6D267-5049-30CD-0098-4A7FF940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63F64-943C-8985-7DCC-5D206685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F62E-4600-18D3-58F4-ABE9C566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345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9EE3-26B4-F4B7-B903-80E2F66E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DB096-ED6F-44A0-D49C-10D430954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680D3-453C-FE39-7F0C-425EEE00A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821D-B672-85CB-FC24-110C3870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57364-550E-3152-65A3-035A9318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770B3-DEE7-E447-716F-88970FE6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522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52DA-6D6F-C447-3B6A-1EE20ED9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A2F72-A145-F32F-F2D6-9E78B527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E892-285C-EDF8-6C16-DA93B5A4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F070-BB87-6770-1AE4-AB574F6E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B9608-FC18-1773-26B2-6BF394CA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709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7FD1B-5F9A-5F0C-E81E-39552BCDD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3577D-E9AC-584E-7791-9ECA70E44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28D4-0703-DD1B-8F19-B6E745E8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F65D-75C1-9463-CDC2-BDECEFDC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3B857-3B39-A948-4AE5-CAA3D546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437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262A6-B180-7DF9-DC63-01236F90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C8B3-4D46-2B84-A02E-59CD4AB07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DCFDC-9B7A-FC49-C782-0C9A555F8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8DFD1-A0B2-4210-9040-2D17B833FD42}" type="datetimeFigureOut">
              <a:rPr lang="en-MY" smtClean="0"/>
              <a:t>21/7/2026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DB76D-8C9B-DE0D-4EB0-716B1A660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1D72B-BF3C-EAFE-802E-56034D3AC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BAD7-2555-4AE5-A66C-934A6E45DE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747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F551A3-E83D-CEED-064B-D5DA639E369B}"/>
              </a:ext>
            </a:extLst>
          </p:cNvPr>
          <p:cNvSpPr txBox="1"/>
          <p:nvPr/>
        </p:nvSpPr>
        <p:spPr>
          <a:xfrm>
            <a:off x="1180215" y="2615609"/>
            <a:ext cx="9633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3000" b="1" dirty="0"/>
              <a:t>Project Moonshot (soscare.sg)</a:t>
            </a:r>
          </a:p>
          <a:p>
            <a:pPr algn="ctr"/>
            <a:r>
              <a:rPr lang="en-MY" sz="3000" b="1" dirty="0"/>
              <a:t>Additional Brands: </a:t>
            </a:r>
            <a:r>
              <a:rPr lang="en-MY" sz="3000" b="1" dirty="0" err="1"/>
              <a:t>Bonjela</a:t>
            </a:r>
            <a:r>
              <a:rPr lang="en-MY" sz="3000" b="1" dirty="0"/>
              <a:t> &amp; Senokot</a:t>
            </a:r>
          </a:p>
        </p:txBody>
      </p:sp>
    </p:spTree>
    <p:extLst>
      <p:ext uri="{BB962C8B-B14F-4D97-AF65-F5344CB8AC3E}">
        <p14:creationId xmlns:p14="http://schemas.microsoft.com/office/powerpoint/2010/main" val="359806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BF3A-1FCD-1BB7-F2F8-B973ACF2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19233E-D9B7-0C9F-F75F-7245CD00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1" y="1214027"/>
            <a:ext cx="8503087" cy="360698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A91AC72-F895-E3BE-04B4-F82ED1C0E8C3}"/>
              </a:ext>
            </a:extLst>
          </p:cNvPr>
          <p:cNvSpPr/>
          <p:nvPr/>
        </p:nvSpPr>
        <p:spPr>
          <a:xfrm>
            <a:off x="4500440" y="2472857"/>
            <a:ext cx="111318" cy="11131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3FA7B1-1ABD-8EA1-4154-27A810BF513D}"/>
              </a:ext>
            </a:extLst>
          </p:cNvPr>
          <p:cNvCxnSpPr/>
          <p:nvPr/>
        </p:nvCxnSpPr>
        <p:spPr>
          <a:xfrm>
            <a:off x="4611758" y="2584175"/>
            <a:ext cx="4389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C70786-6271-A2C0-8353-34E84B5221B1}"/>
              </a:ext>
            </a:extLst>
          </p:cNvPr>
          <p:cNvSpPr txBox="1"/>
          <p:nvPr/>
        </p:nvSpPr>
        <p:spPr>
          <a:xfrm>
            <a:off x="9188130" y="1540191"/>
            <a:ext cx="2425148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dirty="0"/>
              <a:t>To add:</a:t>
            </a:r>
          </a:p>
          <a:p>
            <a:endParaRPr lang="en-MY" sz="1500" dirty="0"/>
          </a:p>
          <a:p>
            <a:r>
              <a:rPr lang="en-MY" sz="1500" dirty="0"/>
              <a:t>BODY AREA</a:t>
            </a:r>
          </a:p>
          <a:p>
            <a:r>
              <a:rPr lang="en-MY" sz="1300" dirty="0"/>
              <a:t>Mouth</a:t>
            </a:r>
          </a:p>
          <a:p>
            <a:endParaRPr lang="en-MY" sz="1500" dirty="0"/>
          </a:p>
          <a:p>
            <a:r>
              <a:rPr lang="en-MY" sz="1500" dirty="0"/>
              <a:t>SYMPTOMS 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500" dirty="0"/>
              <a:t>Mouth ulcers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500" dirty="0"/>
              <a:t>Denture sore spots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500" dirty="0"/>
              <a:t>Cold sores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500" dirty="0"/>
              <a:t>Teething</a:t>
            </a:r>
          </a:p>
          <a:p>
            <a:endParaRPr lang="en-MY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983A0-3DA5-6691-A476-475FCA1EC444}"/>
              </a:ext>
            </a:extLst>
          </p:cNvPr>
          <p:cNvSpPr txBox="1"/>
          <p:nvPr/>
        </p:nvSpPr>
        <p:spPr>
          <a:xfrm>
            <a:off x="448056" y="604370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ADDITIONAL: BONJELA</a:t>
            </a:r>
          </a:p>
        </p:txBody>
      </p:sp>
    </p:spTree>
    <p:extLst>
      <p:ext uri="{BB962C8B-B14F-4D97-AF65-F5344CB8AC3E}">
        <p14:creationId xmlns:p14="http://schemas.microsoft.com/office/powerpoint/2010/main" val="217525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CB15-D1B8-EB4E-3381-A2ABF827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4EE431-00F3-0998-82B3-44297AA27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03" y="1510114"/>
            <a:ext cx="5506962" cy="4466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3BD66-034A-F7EA-F106-5A7DA19D3CF3}"/>
              </a:ext>
            </a:extLst>
          </p:cNvPr>
          <p:cNvSpPr txBox="1"/>
          <p:nvPr/>
        </p:nvSpPr>
        <p:spPr>
          <a:xfrm>
            <a:off x="491503" y="1019869"/>
            <a:ext cx="86342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dirty="0"/>
              <a:t>Follow like Cardiprin – refer to product brief for more information on </a:t>
            </a:r>
            <a:r>
              <a:rPr lang="en-MY" sz="1500" dirty="0" err="1"/>
              <a:t>Bonjela</a:t>
            </a:r>
            <a:endParaRPr lang="en-MY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4B5F-DEF5-FA89-4AB2-28613520487C}"/>
              </a:ext>
            </a:extLst>
          </p:cNvPr>
          <p:cNvSpPr txBox="1"/>
          <p:nvPr/>
        </p:nvSpPr>
        <p:spPr>
          <a:xfrm>
            <a:off x="448056" y="604370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ADDITIONAL: BONJELA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53C87-0023-9764-E034-8647F89282D8}"/>
              </a:ext>
            </a:extLst>
          </p:cNvPr>
          <p:cNvSpPr/>
          <p:nvPr/>
        </p:nvSpPr>
        <p:spPr>
          <a:xfrm>
            <a:off x="640080" y="2221992"/>
            <a:ext cx="5221224" cy="484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86A0C3-04F9-9646-EA28-C9AE9226A60F}"/>
              </a:ext>
            </a:extLst>
          </p:cNvPr>
          <p:cNvCxnSpPr/>
          <p:nvPr/>
        </p:nvCxnSpPr>
        <p:spPr>
          <a:xfrm>
            <a:off x="5861304" y="2450592"/>
            <a:ext cx="566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32191D-536B-9B55-F066-FFE4416863C2}"/>
              </a:ext>
            </a:extLst>
          </p:cNvPr>
          <p:cNvSpPr txBox="1"/>
          <p:nvPr/>
        </p:nvSpPr>
        <p:spPr>
          <a:xfrm>
            <a:off x="6610714" y="2221992"/>
            <a:ext cx="52947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b="1" dirty="0"/>
              <a:t>Closest available match — </a:t>
            </a:r>
            <a:r>
              <a:rPr lang="en-MY" sz="1500" dirty="0"/>
              <a:t>The product in our range is a </a:t>
            </a:r>
            <a:r>
              <a:rPr lang="en-US" sz="1500" dirty="0"/>
              <a:t>fast acting gel for teething and mouth ulcers. </a:t>
            </a:r>
            <a:r>
              <a:rPr lang="en-MY" sz="1500" dirty="0"/>
              <a:t>It does not provide immediate relief to these symptoms in an emergency. </a:t>
            </a:r>
          </a:p>
        </p:txBody>
      </p:sp>
    </p:spTree>
    <p:extLst>
      <p:ext uri="{BB962C8B-B14F-4D97-AF65-F5344CB8AC3E}">
        <p14:creationId xmlns:p14="http://schemas.microsoft.com/office/powerpoint/2010/main" val="427945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5787-9E27-1ACF-7654-DA63C2CA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7C7B9D-CFB1-886F-D333-026B6B0A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1" y="1214027"/>
            <a:ext cx="8503087" cy="360698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65603D1-1CE6-4484-E10D-1F1A648F9BF1}"/>
              </a:ext>
            </a:extLst>
          </p:cNvPr>
          <p:cNvSpPr/>
          <p:nvPr/>
        </p:nvSpPr>
        <p:spPr>
          <a:xfrm>
            <a:off x="4500440" y="3780661"/>
            <a:ext cx="111318" cy="11131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9DDD26-0444-2885-5DEA-AC002210E797}"/>
              </a:ext>
            </a:extLst>
          </p:cNvPr>
          <p:cNvCxnSpPr/>
          <p:nvPr/>
        </p:nvCxnSpPr>
        <p:spPr>
          <a:xfrm>
            <a:off x="4611758" y="3891979"/>
            <a:ext cx="4389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AB43F9-D882-FEAB-F2C7-33AFEE7AE23A}"/>
              </a:ext>
            </a:extLst>
          </p:cNvPr>
          <p:cNvSpPr txBox="1"/>
          <p:nvPr/>
        </p:nvSpPr>
        <p:spPr>
          <a:xfrm>
            <a:off x="9188130" y="2316367"/>
            <a:ext cx="242514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dirty="0"/>
              <a:t>To add:</a:t>
            </a:r>
          </a:p>
          <a:p>
            <a:endParaRPr lang="en-MY" sz="1500" dirty="0"/>
          </a:p>
          <a:p>
            <a:r>
              <a:rPr lang="en-MY" sz="1500" dirty="0"/>
              <a:t>BODY AREA</a:t>
            </a:r>
          </a:p>
          <a:p>
            <a:r>
              <a:rPr lang="en-MY" sz="1300" dirty="0"/>
              <a:t>Bowel</a:t>
            </a:r>
          </a:p>
          <a:p>
            <a:endParaRPr lang="en-MY" sz="1500" dirty="0"/>
          </a:p>
          <a:p>
            <a:r>
              <a:rPr lang="en-MY" sz="1500" dirty="0"/>
              <a:t>SYMPTOMS 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500" dirty="0"/>
              <a:t>Constipation</a:t>
            </a:r>
          </a:p>
          <a:p>
            <a:endParaRPr lang="en-MY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995E9-F15E-9846-246F-DFE944E7805D}"/>
              </a:ext>
            </a:extLst>
          </p:cNvPr>
          <p:cNvSpPr txBox="1"/>
          <p:nvPr/>
        </p:nvSpPr>
        <p:spPr>
          <a:xfrm>
            <a:off x="448056" y="604370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ADDITIONAL: SENOKOT</a:t>
            </a:r>
          </a:p>
        </p:txBody>
      </p:sp>
    </p:spTree>
    <p:extLst>
      <p:ext uri="{BB962C8B-B14F-4D97-AF65-F5344CB8AC3E}">
        <p14:creationId xmlns:p14="http://schemas.microsoft.com/office/powerpoint/2010/main" val="2749259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447C-CEDF-9C68-8BBA-C9BB1473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C3E8B0-B8FC-9921-DCEE-775BDA61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03" y="1510114"/>
            <a:ext cx="5506962" cy="4466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7FD1A-BBA3-9A33-27AA-6CF0EBD8F2D6}"/>
              </a:ext>
            </a:extLst>
          </p:cNvPr>
          <p:cNvSpPr txBox="1"/>
          <p:nvPr/>
        </p:nvSpPr>
        <p:spPr>
          <a:xfrm>
            <a:off x="491503" y="1019869"/>
            <a:ext cx="86342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dirty="0"/>
              <a:t>Follow like Cardiprin – refer to product brief for more information on Senokot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8A4C9-EC41-1E7E-4CA2-D74A34F3E60A}"/>
              </a:ext>
            </a:extLst>
          </p:cNvPr>
          <p:cNvSpPr txBox="1"/>
          <p:nvPr/>
        </p:nvSpPr>
        <p:spPr>
          <a:xfrm>
            <a:off x="448056" y="604370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ADDITIONAL: SENOKOT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7A427F-6E0D-438C-20BA-3D21F32129CC}"/>
              </a:ext>
            </a:extLst>
          </p:cNvPr>
          <p:cNvSpPr/>
          <p:nvPr/>
        </p:nvSpPr>
        <p:spPr>
          <a:xfrm>
            <a:off x="640080" y="2221992"/>
            <a:ext cx="5221224" cy="484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6FCD0-CF83-414F-80FA-D87FE9F23D9C}"/>
              </a:ext>
            </a:extLst>
          </p:cNvPr>
          <p:cNvCxnSpPr/>
          <p:nvPr/>
        </p:nvCxnSpPr>
        <p:spPr>
          <a:xfrm>
            <a:off x="5861304" y="2450592"/>
            <a:ext cx="566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89E44F-B2EA-16A5-CE6D-11F6227E5AD0}"/>
              </a:ext>
            </a:extLst>
          </p:cNvPr>
          <p:cNvSpPr txBox="1"/>
          <p:nvPr/>
        </p:nvSpPr>
        <p:spPr>
          <a:xfrm>
            <a:off x="6610714" y="2221992"/>
            <a:ext cx="5294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500" b="1" dirty="0"/>
              <a:t>Closest available match — </a:t>
            </a:r>
            <a:r>
              <a:rPr lang="en-MY" sz="1500" dirty="0"/>
              <a:t>The product in our range specifically for</a:t>
            </a:r>
            <a:r>
              <a:rPr lang="en-US" sz="1500" dirty="0"/>
              <a:t> relief of occasional constipation. </a:t>
            </a:r>
            <a:r>
              <a:rPr lang="en-MY" sz="1500" dirty="0"/>
              <a:t>It does not provide immediate relief to these symptoms in an emergency. Always consult a pharmacist or doctor before use. </a:t>
            </a:r>
          </a:p>
        </p:txBody>
      </p:sp>
    </p:spTree>
    <p:extLst>
      <p:ext uri="{BB962C8B-B14F-4D97-AF65-F5344CB8AC3E}">
        <p14:creationId xmlns:p14="http://schemas.microsoft.com/office/powerpoint/2010/main" val="275684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e66ecc-f2c2-464b-84d9-8fda407bc923}" enabled="0" method="" siteId="{95e66ecc-f2c2-464b-84d9-8fda407bc9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147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Tan, Monica</dc:creator>
  <cp:lastModifiedBy>Tan, Monica</cp:lastModifiedBy>
  <cp:revision>1</cp:revision>
  <dcterms:created xsi:type="dcterms:W3CDTF">2026-07-21T05:36:35Z</dcterms:created>
  <dcterms:modified xsi:type="dcterms:W3CDTF">2026-07-21T09:23:07Z</dcterms:modified>
</cp:coreProperties>
</file>